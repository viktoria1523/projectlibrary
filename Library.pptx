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7" r:id="rId5"/>
    <p:sldId id="272" r:id="rId6"/>
    <p:sldId id="268" r:id="rId7"/>
    <p:sldId id="273" r:id="rId8"/>
    <p:sldId id="274" r:id="rId9"/>
    <p:sldId id="275" r:id="rId10"/>
    <p:sldId id="262" r:id="rId11"/>
    <p:sldId id="263" r:id="rId12"/>
    <p:sldId id="276" r:id="rId13"/>
  </p:sldIdLst>
  <p:sldSz cx="12188825" cy="6858000"/>
  <p:notesSz cx="6858000" cy="9144000"/>
  <p:defaultTextStyle>
    <a:defPPr rtl="0">
      <a:defRPr lang="bg-bg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90"/>
    <a:srgbClr val="394404"/>
    <a:srgbClr val="5F6F0F"/>
    <a:srgbClr val="718412"/>
    <a:srgbClr val="65741A"/>
    <a:srgbClr val="70811D"/>
    <a:srgbClr val="7B8D1F"/>
    <a:srgbClr val="839721"/>
    <a:srgbClr val="95AB25"/>
    <a:srgbClr val="BC5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FC9D75-ADBE-4247-B005-3BC226D9FDD1}" v="45" dt="2026-01-13T09:37:21.0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5" autoAdjust="0"/>
    <p:restoredTop sz="96501" autoAdjust="0"/>
  </p:normalViewPr>
  <p:slideViewPr>
    <p:cSldViewPr>
      <p:cViewPr>
        <p:scale>
          <a:sx n="72" d="100"/>
          <a:sy n="72" d="100"/>
        </p:scale>
        <p:origin x="1061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0" d="100"/>
          <a:sy n="90" d="100"/>
        </p:scale>
        <p:origin x="3774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ен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bg-BG" dirty="0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27E540E6-378E-4861-ADEB-68BEBA121F3B}" type="datetime1">
              <a:rPr lang="bg-BG" smtClean="0"/>
              <a:t>13.1.2026 г.</a:t>
            </a:fld>
            <a:endParaRPr lang="bg-BG" dirty="0"/>
          </a:p>
        </p:txBody>
      </p:sp>
      <p:sp>
        <p:nvSpPr>
          <p:cNvPr id="4" name="Контейнер за долен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bg-BG" dirty="0"/>
          </a:p>
        </p:txBody>
      </p:sp>
      <p:sp>
        <p:nvSpPr>
          <p:cNvPr id="5" name="Контейнер за номер на слайд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bg-BG" smtClean="0"/>
              <a:pPr algn="r" rtl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ен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bg-BG" dirty="0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2891B5D5-818E-4F9D-B63D-6AF63E5C5260}" type="datetime1">
              <a:rPr lang="bg-BG" smtClean="0"/>
              <a:pPr/>
              <a:t>13.1.2026 г.</a:t>
            </a:fld>
            <a:endParaRPr lang="bg-BG" dirty="0"/>
          </a:p>
        </p:txBody>
      </p:sp>
      <p:sp>
        <p:nvSpPr>
          <p:cNvPr id="4" name="Контейнер за изображение на слайд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bg-BG" dirty="0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 dirty="0"/>
              <a:t>Щракнете, за да редактирате стиловете на текста в образеца</a:t>
            </a:r>
          </a:p>
          <a:p>
            <a:pPr lvl="1" rtl="0"/>
            <a:r>
              <a:rPr lang="bg-BG" dirty="0"/>
              <a:t>Второ ниво</a:t>
            </a:r>
          </a:p>
          <a:p>
            <a:pPr lvl="2" rtl="0"/>
            <a:r>
              <a:rPr lang="bg-BG" dirty="0"/>
              <a:t>Трето ниво</a:t>
            </a:r>
          </a:p>
          <a:p>
            <a:pPr lvl="3" rtl="0"/>
            <a:r>
              <a:rPr lang="bg-BG" dirty="0"/>
              <a:t>Четвърто ниво</a:t>
            </a:r>
          </a:p>
          <a:p>
            <a:pPr lvl="4" rtl="0"/>
            <a:r>
              <a:rPr lang="bg-BG" dirty="0"/>
              <a:t>Пето ниво</a:t>
            </a:r>
          </a:p>
        </p:txBody>
      </p:sp>
      <p:sp>
        <p:nvSpPr>
          <p:cNvPr id="6" name="Контейнер за долен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bg-BG" dirty="0"/>
          </a:p>
        </p:txBody>
      </p:sp>
      <p:sp>
        <p:nvSpPr>
          <p:cNvPr id="7" name="Контейнер за номер на слайд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/>
            <a:fld id="{3EBA5BD7-F043-4D1B-AA17-CD412FC534DE}" type="slidenum">
              <a:rPr lang="bg-BG" smtClean="0"/>
              <a:pPr algn="r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bg-BG" smtClean="0"/>
              <a:pPr algn="r"/>
              <a:t>1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82875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bg-BG" smtClean="0"/>
              <a:pPr algn="r"/>
              <a:t>3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14353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bg-BG" smtClean="0"/>
              <a:pPr algn="r"/>
              <a:t>7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36671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bg-BG" smtClean="0"/>
              <a:pPr algn="r"/>
              <a:t>8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59775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диагонали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Прав конектор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Прав конектор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Право съединение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долни редове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Свободна линия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bg-BG" dirty="0"/>
            </a:p>
          </p:txBody>
        </p:sp>
        <p:sp>
          <p:nvSpPr>
            <p:cNvPr id="10" name="Свободна линия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bg-BG" dirty="0"/>
            </a:p>
          </p:txBody>
        </p:sp>
        <p:sp>
          <p:nvSpPr>
            <p:cNvPr id="11" name="Свободна линия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bg-BG" dirty="0"/>
            </a:p>
          </p:txBody>
        </p:sp>
      </p:grpSp>
      <p:sp>
        <p:nvSpPr>
          <p:cNvPr id="2" name="Заглавие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bg-BG"/>
              <a:t>Редакт. стил загл. образец</a:t>
            </a:r>
            <a:endParaRPr lang="bg-BG" dirty="0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 hasCustomPrompt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 dirty="0"/>
              <a:t>Щракнете за редакция стил </a:t>
            </a:r>
            <a:r>
              <a:rPr lang="bg-BG" dirty="0" err="1"/>
              <a:t>подзагл</a:t>
            </a:r>
            <a:r>
              <a:rPr lang="bg-BG" dirty="0"/>
              <a:t>. обр.</a:t>
            </a:r>
          </a:p>
        </p:txBody>
      </p:sp>
      <p:sp>
        <p:nvSpPr>
          <p:cNvPr id="22" name="Контейнер за дата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CDEE3E7-E30D-41FD-9FA1-64C55585299B}" type="datetime1">
              <a:rPr lang="bg-BG" smtClean="0"/>
              <a:pPr/>
              <a:t>13.1.2026 г.</a:t>
            </a:fld>
            <a:endParaRPr lang="bg-BG" dirty="0"/>
          </a:p>
        </p:txBody>
      </p:sp>
      <p:sp>
        <p:nvSpPr>
          <p:cNvPr id="23" name="Контейнер за долен колонтитул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dirty="0"/>
          </a:p>
        </p:txBody>
      </p:sp>
      <p:sp>
        <p:nvSpPr>
          <p:cNvPr id="24" name="Контейнер за номер на слайд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bg-BG" smtClean="0"/>
              <a:pPr algn="r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bg-BG"/>
              <a:t>Редакт. стил загл. образец</a:t>
            </a:r>
            <a:endParaRPr lang="bg-BG" dirty="0"/>
          </a:p>
        </p:txBody>
      </p:sp>
      <p:sp>
        <p:nvSpPr>
          <p:cNvPr id="3" name="Контейнер на съдържание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bg-BG"/>
              <a:t>Щракнете, за да редактирате стиловете на текста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  <a:endParaRPr lang="bg-BG" dirty="0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35C7879-CE01-4EA6-B8A0-1BB76AC66588}" type="datetime1">
              <a:rPr lang="bg-BG" smtClean="0"/>
              <a:pPr/>
              <a:t>13.1.2026 г.</a:t>
            </a:fld>
            <a:endParaRPr lang="bg-BG" dirty="0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dirty="0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bg-BG" smtClean="0"/>
              <a:pPr algn="r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на 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диагонали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Прав конектор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Прав конектор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Прав конектор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bg-BG"/>
              <a:t>Редакт. стил загл. образец</a:t>
            </a:r>
            <a:endParaRPr lang="bg-BG" dirty="0"/>
          </a:p>
        </p:txBody>
      </p:sp>
      <p:sp>
        <p:nvSpPr>
          <p:cNvPr id="3" name="Контейнер за текст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CC7E422-EDE7-4B91-A050-5D5D595FAA20}" type="datetime1">
              <a:rPr lang="bg-BG" smtClean="0"/>
              <a:pPr/>
              <a:t>13.1.2026 г.</a:t>
            </a:fld>
            <a:endParaRPr lang="bg-BG" dirty="0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dirty="0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bg-BG" smtClean="0"/>
              <a:pPr algn="r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bg-BG"/>
              <a:t>Редакт. стил загл. образец</a:t>
            </a:r>
            <a:endParaRPr lang="bg-BG" dirty="0"/>
          </a:p>
        </p:txBody>
      </p:sp>
      <p:sp>
        <p:nvSpPr>
          <p:cNvPr id="3" name="Контейнер на съдържание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bg-BG"/>
              <a:t>Щракнете, за да редактирате стиловете на текста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  <a:endParaRPr lang="bg-BG" dirty="0"/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bg-BG"/>
              <a:t>Щракнете, за да редактирате стиловете на текста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  <a:endParaRPr lang="bg-BG" dirty="0"/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DF0F5E4-E655-4058-8312-3EB6AE95F04F}" type="datetime1">
              <a:rPr lang="bg-BG" smtClean="0"/>
              <a:pPr/>
              <a:t>13.1.2026 г.</a:t>
            </a:fld>
            <a:endParaRPr lang="bg-BG" dirty="0"/>
          </a:p>
        </p:txBody>
      </p:sp>
      <p:sp>
        <p:nvSpPr>
          <p:cNvPr id="6" name="Контейнер за долен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dirty="0"/>
          </a:p>
        </p:txBody>
      </p:sp>
      <p:sp>
        <p:nvSpPr>
          <p:cNvPr id="7" name="Контейнер за номер на слайд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bg-BG" smtClean="0"/>
              <a:pPr algn="r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bg-BG"/>
              <a:t>Редакт. стил загл. образец</a:t>
            </a:r>
            <a:endParaRPr lang="bg-BG" dirty="0"/>
          </a:p>
        </p:txBody>
      </p:sp>
      <p:sp>
        <p:nvSpPr>
          <p:cNvPr id="3" name="Контейнер за текст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bg-BG"/>
              <a:t>Щракнете, за да редактирате стиловете на текста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  <a:endParaRPr lang="bg-BG" dirty="0"/>
          </a:p>
        </p:txBody>
      </p:sp>
      <p:sp>
        <p:nvSpPr>
          <p:cNvPr id="5" name="Контейнер за текст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на съдържание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bg-BG"/>
              <a:t>Щракнете, за да редактирате стиловете на текста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  <a:endParaRPr lang="bg-BG" dirty="0"/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69FDBA-8A4B-491E-92C5-2A5C6EE2BED2}" type="datetime1">
              <a:rPr lang="bg-BG" smtClean="0"/>
              <a:pPr/>
              <a:t>13.1.2026 г.</a:t>
            </a:fld>
            <a:endParaRPr lang="bg-BG" dirty="0"/>
          </a:p>
        </p:txBody>
      </p:sp>
      <p:sp>
        <p:nvSpPr>
          <p:cNvPr id="8" name="Контейнер за долен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dirty="0"/>
          </a:p>
        </p:txBody>
      </p:sp>
      <p:sp>
        <p:nvSpPr>
          <p:cNvPr id="9" name="Контейнер за номер на слайд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bg-BG" smtClean="0"/>
              <a:pPr algn="r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bg-BG"/>
              <a:t>Редакт. стил загл. образец</a:t>
            </a:r>
            <a:endParaRPr lang="bg-BG" dirty="0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A1AF04C-0F8F-4874-BF3F-36DCADE4333B}" type="datetime1">
              <a:rPr lang="bg-BG" smtClean="0"/>
              <a:pPr/>
              <a:t>13.1.2026 г.</a:t>
            </a:fld>
            <a:endParaRPr lang="bg-BG" dirty="0"/>
          </a:p>
        </p:txBody>
      </p:sp>
      <p:sp>
        <p:nvSpPr>
          <p:cNvPr id="4" name="Контейнер за долен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dirty="0"/>
          </a:p>
        </p:txBody>
      </p:sp>
      <p:sp>
        <p:nvSpPr>
          <p:cNvPr id="5" name="Контейнер за номер на слайд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bg-BG" smtClean="0"/>
              <a:pPr algn="r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AC66A14-FB3D-46C3-AC8C-8E27E3B250BF}" type="datetime1">
              <a:rPr lang="bg-BG" smtClean="0"/>
              <a:pPr/>
              <a:t>13.1.2026 г.</a:t>
            </a:fld>
            <a:endParaRPr lang="bg-BG" dirty="0"/>
          </a:p>
        </p:txBody>
      </p:sp>
      <p:sp>
        <p:nvSpPr>
          <p:cNvPr id="3" name="Контейнер за долен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dirty="0"/>
          </a:p>
        </p:txBody>
      </p:sp>
      <p:sp>
        <p:nvSpPr>
          <p:cNvPr id="4" name="Контейнер за номер на слайд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C014DD1E-5D91-48A3-AD6D-45FBA980D106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bg-BG"/>
              <a:t>Редакт. стил загл. образец</a:t>
            </a:r>
            <a:endParaRPr lang="bg-BG" dirty="0"/>
          </a:p>
        </p:txBody>
      </p:sp>
      <p:sp>
        <p:nvSpPr>
          <p:cNvPr id="4" name="Контейнер за текст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Контейнер на съдържание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bg-BG"/>
              <a:t>Щракнете, за да редактирате стиловете на текста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  <a:endParaRPr lang="bg-BG" dirty="0"/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066BD03-7CC3-4289-9203-4B894A3F9BD5}" type="datetime1">
              <a:rPr lang="bg-BG" smtClean="0"/>
              <a:pPr/>
              <a:t>13.1.2026 г.</a:t>
            </a:fld>
            <a:endParaRPr lang="bg-BG" dirty="0"/>
          </a:p>
        </p:txBody>
      </p:sp>
      <p:sp>
        <p:nvSpPr>
          <p:cNvPr id="6" name="Контейнер за долен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dirty="0"/>
          </a:p>
        </p:txBody>
      </p:sp>
      <p:sp>
        <p:nvSpPr>
          <p:cNvPr id="7" name="Контейнер за номер на слайд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bg-BG" smtClean="0"/>
              <a:pPr algn="r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bg-BG"/>
              <a:t>Редакт. стил загл. образец</a:t>
            </a:r>
            <a:endParaRPr lang="bg-BG" dirty="0"/>
          </a:p>
        </p:txBody>
      </p:sp>
      <p:sp>
        <p:nvSpPr>
          <p:cNvPr id="4" name="Контейнер за текст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Контейнер за картина 2" descr="Празен контейнер за добавяне на изображение. Щракнете върху контейнера и изберете изображението, което искате да добавите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bg-BG"/>
              <a:t>Щракнете върху иконата, за да добавите картина</a:t>
            </a:r>
            <a:endParaRPr lang="bg-BG" dirty="0"/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480A10C-8B5C-4735-8A39-FAFC7561A3D0}" type="datetime1">
              <a:rPr lang="bg-BG" smtClean="0"/>
              <a:pPr/>
              <a:t>13.1.2026 г.</a:t>
            </a:fld>
            <a:endParaRPr lang="bg-BG" dirty="0"/>
          </a:p>
        </p:txBody>
      </p:sp>
      <p:sp>
        <p:nvSpPr>
          <p:cNvPr id="6" name="Контейнер за долен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dirty="0"/>
          </a:p>
        </p:txBody>
      </p:sp>
      <p:sp>
        <p:nvSpPr>
          <p:cNvPr id="7" name="Контейнер за номер на слайд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bg-BG" smtClean="0"/>
              <a:pPr algn="r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bg-BG"/>
              <a:t>Редакт. стил загл. образец</a:t>
            </a:r>
            <a:endParaRPr lang="bg-BG" dirty="0"/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bg-BG"/>
              <a:t>Щракнете, за да редактирате стиловете на текста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  <a:endParaRPr lang="bg-BG" dirty="0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6A7F185-EB89-4672-9DF0-2FDC6494B23B}" type="datetime1">
              <a:rPr lang="bg-BG" smtClean="0"/>
              <a:pPr/>
              <a:t>13.1.2026 г.</a:t>
            </a:fld>
            <a:endParaRPr lang="bg-BG" dirty="0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dirty="0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C014DD1E-5D91-48A3-AD6D-45FBA980D106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bg-BG"/>
              <a:t>Редакт. стил загл. образец</a:t>
            </a:r>
            <a:endParaRPr lang="bg-BG" dirty="0"/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bg-BG"/>
              <a:t>Щракнете, за да редактирате стиловете на текста в образеца</a:t>
            </a:r>
          </a:p>
          <a:p>
            <a:pPr lvl="1" rtl="0"/>
            <a:r>
              <a:rPr lang="bg-BG"/>
              <a:t>Второ ниво</a:t>
            </a:r>
          </a:p>
          <a:p>
            <a:pPr lvl="2" rtl="0"/>
            <a:r>
              <a:rPr lang="bg-BG"/>
              <a:t>Трето ниво</a:t>
            </a:r>
          </a:p>
          <a:p>
            <a:pPr lvl="3" rtl="0"/>
            <a:r>
              <a:rPr lang="bg-BG"/>
              <a:t>Четвърто ниво</a:t>
            </a:r>
          </a:p>
          <a:p>
            <a:pPr lvl="4" rtl="0"/>
            <a:r>
              <a:rPr lang="bg-BG"/>
              <a:t>Пето ниво</a:t>
            </a:r>
            <a:endParaRPr lang="bg-BG" dirty="0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E2A346B-F957-44F6-B8FD-BA0FCD8755A4}" type="datetime1">
              <a:rPr lang="bg-BG" smtClean="0"/>
              <a:pPr/>
              <a:t>13.1.2026 г.</a:t>
            </a:fld>
            <a:endParaRPr lang="bg-BG" dirty="0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bg-BG" dirty="0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bg-BG" smtClean="0"/>
              <a:pPr algn="r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леви линии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Свободна линия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dirty="0"/>
            </a:p>
          </p:txBody>
        </p:sp>
        <p:sp>
          <p:nvSpPr>
            <p:cNvPr id="11" name="Свободна линия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dirty="0"/>
            </a:p>
          </p:txBody>
        </p:sp>
        <p:sp>
          <p:nvSpPr>
            <p:cNvPr id="14" name="Свободна линия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bg-BG" dirty="0"/>
            </a:p>
          </p:txBody>
        </p:sp>
      </p:grpSp>
      <p:sp>
        <p:nvSpPr>
          <p:cNvPr id="2" name="Контейнер за заглавие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bg-BG" dirty="0" err="1"/>
              <a:t>Редакт</a:t>
            </a:r>
            <a:r>
              <a:rPr lang="bg-BG" dirty="0"/>
              <a:t>. стил загл. образец</a:t>
            </a:r>
          </a:p>
        </p:txBody>
      </p:sp>
      <p:sp>
        <p:nvSpPr>
          <p:cNvPr id="3" name="Контейнер за текст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bg-BG" dirty="0"/>
              <a:t>Редактиране на стиловете на текста на образеца</a:t>
            </a:r>
          </a:p>
          <a:p>
            <a:pPr lvl="1" rtl="0"/>
            <a:r>
              <a:rPr lang="bg-BG" dirty="0"/>
              <a:t>Второ ниво</a:t>
            </a:r>
          </a:p>
          <a:p>
            <a:pPr lvl="2" rtl="0"/>
            <a:r>
              <a:rPr lang="bg-BG" dirty="0"/>
              <a:t>Трето ниво</a:t>
            </a:r>
          </a:p>
          <a:p>
            <a:pPr lvl="3" rtl="0"/>
            <a:r>
              <a:rPr lang="bg-BG" dirty="0"/>
              <a:t>Четвърто ниво</a:t>
            </a:r>
          </a:p>
          <a:p>
            <a:pPr lvl="4" rtl="0"/>
            <a:r>
              <a:rPr lang="bg-BG" dirty="0"/>
              <a:t>Пето ниво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95B7D-838E-44D9-A5A5-051DBB38922E}" type="datetime1">
              <a:rPr lang="bg-BG" smtClean="0"/>
              <a:pPr/>
              <a:t>13.1.2026 г.</a:t>
            </a:fld>
            <a:endParaRPr lang="bg-BG" dirty="0"/>
          </a:p>
        </p:txBody>
      </p:sp>
      <p:sp>
        <p:nvSpPr>
          <p:cNvPr id="5" name="Контейнер за долен колонтитул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bg-BG" dirty="0"/>
          </a:p>
        </p:txBody>
      </p:sp>
      <p:sp>
        <p:nvSpPr>
          <p:cNvPr id="6" name="Контейнер за номер на слайд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C014DD1E-5D91-48A3-AD6D-45FBA980D106}" type="slidenum">
              <a:rPr lang="bg-BG" smtClean="0"/>
              <a:pPr algn="r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bg-BG" b="1" dirty="0">
                <a:latin typeface="Aptos Slab SemiBold" panose="020F0502020204030204" pitchFamily="34" charset="0"/>
              </a:rPr>
              <a:t>Система за управление на библиотека</a:t>
            </a:r>
          </a:p>
        </p:txBody>
      </p:sp>
      <p:sp>
        <p:nvSpPr>
          <p:cNvPr id="5" name="Подзаглавие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bg-BG" dirty="0">
                <a:latin typeface="Alasassy Caps" pitchFamily="2" charset="0"/>
                <a:cs typeface="Aldhabi" panose="020F0502020204030204" pitchFamily="2" charset="-78"/>
              </a:rPr>
              <a:t>Виктория Господинова 11г.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9218E87A-B6D0-369E-CD56-13152345C243}"/>
              </a:ext>
            </a:extLst>
          </p:cNvPr>
          <p:cNvSpPr txBox="1"/>
          <p:nvPr/>
        </p:nvSpPr>
        <p:spPr>
          <a:xfrm>
            <a:off x="1125860" y="522258"/>
            <a:ext cx="4968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6000" b="1" dirty="0">
                <a:latin typeface="Alasassy Caps" pitchFamily="2" charset="0"/>
              </a:rPr>
              <a:t>Съдържание</a:t>
            </a:r>
          </a:p>
        </p:txBody>
      </p:sp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69313760-863F-B965-0921-694CDF4E6102}"/>
              </a:ext>
            </a:extLst>
          </p:cNvPr>
          <p:cNvSpPr txBox="1"/>
          <p:nvPr/>
        </p:nvSpPr>
        <p:spPr>
          <a:xfrm>
            <a:off x="1125860" y="1628800"/>
            <a:ext cx="3312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>
                <a:solidFill>
                  <a:srgbClr val="009090"/>
                </a:solidFill>
                <a:latin typeface="Aptos Slab SemiBold" panose="020B0004020202020204" pitchFamily="34" charset="0"/>
                <a:hlinkClick r:id="" action="ppaction://hlinkshowjump?jump=next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Цел на проекта</a:t>
            </a:r>
            <a:endParaRPr lang="bg-BG" sz="2800" dirty="0">
              <a:solidFill>
                <a:srgbClr val="009090"/>
              </a:solidFill>
              <a:latin typeface="Aptos Slab SemiBold" panose="020B0004020202020204" pitchFamily="34" charset="0"/>
            </a:endParaRP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C794B65A-D609-DE6D-85A9-10F65A611E15}"/>
              </a:ext>
            </a:extLst>
          </p:cNvPr>
          <p:cNvSpPr txBox="1"/>
          <p:nvPr/>
        </p:nvSpPr>
        <p:spPr>
          <a:xfrm>
            <a:off x="1125860" y="2242899"/>
            <a:ext cx="4464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>
                <a:latin typeface="Aptos Slab SemiBold" panose="020B0004020202020204" pitchFamily="34" charset="0"/>
                <a:hlinkClick r:id="rId2" action="ppaction://hlinksldjump"/>
              </a:rPr>
              <a:t>2.Структура на проекта</a:t>
            </a:r>
            <a:endParaRPr lang="bg-BG" sz="2800" dirty="0">
              <a:latin typeface="Aptos Slab SemiBold" panose="020B0004020202020204" pitchFamily="34" charset="0"/>
            </a:endParaRP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671730DD-887A-D5C3-8FF0-BF095164656D}"/>
              </a:ext>
            </a:extLst>
          </p:cNvPr>
          <p:cNvSpPr txBox="1"/>
          <p:nvPr/>
        </p:nvSpPr>
        <p:spPr>
          <a:xfrm>
            <a:off x="1122920" y="2849696"/>
            <a:ext cx="3888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>
                <a:solidFill>
                  <a:srgbClr val="009090"/>
                </a:solidFill>
                <a:latin typeface="Aptos Slab SemiBold" panose="020B0004020202020204" pitchFamily="34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3.Основни функции</a:t>
            </a:r>
            <a:endParaRPr lang="bg-BG" sz="2800" dirty="0">
              <a:solidFill>
                <a:srgbClr val="009090"/>
              </a:solidFill>
              <a:latin typeface="Aptos Slab SemiBold" panose="020B0004020202020204" pitchFamily="34" charset="0"/>
            </a:endParaRPr>
          </a:p>
        </p:txBody>
      </p:sp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id="{8E89CE0F-7161-CFE0-192B-EEF34F8D5E93}"/>
              </a:ext>
            </a:extLst>
          </p:cNvPr>
          <p:cNvSpPr txBox="1"/>
          <p:nvPr/>
        </p:nvSpPr>
        <p:spPr>
          <a:xfrm>
            <a:off x="1122920" y="3352429"/>
            <a:ext cx="4824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>
                <a:solidFill>
                  <a:srgbClr val="009090"/>
                </a:solidFill>
                <a:latin typeface="Aptos Slab SemiBold" panose="020B0004020202020204" pitchFamily="34" charset="0"/>
                <a:hlinkClick r:id="rId4" action="ppaction://hlinksldjump"/>
              </a:rPr>
              <a:t>4.Структура на класовете</a:t>
            </a:r>
            <a:endParaRPr lang="bg-BG" sz="2800" dirty="0">
              <a:solidFill>
                <a:srgbClr val="009090"/>
              </a:solidFill>
              <a:latin typeface="Aptos Slab SemiBold" panose="020B0004020202020204" pitchFamily="34" charset="0"/>
            </a:endParaRPr>
          </a:p>
        </p:txBody>
      </p:sp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id="{69BB2142-1AE7-2EA9-CE79-4E96BA452890}"/>
              </a:ext>
            </a:extLst>
          </p:cNvPr>
          <p:cNvSpPr txBox="1"/>
          <p:nvPr/>
        </p:nvSpPr>
        <p:spPr>
          <a:xfrm>
            <a:off x="1122920" y="3967443"/>
            <a:ext cx="4968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9090"/>
                </a:solidFill>
                <a:latin typeface="Aptos Slab SemiBold" panose="020B0004020202020204" pitchFamily="34" charset="0"/>
                <a:hlinkClick r:id="rId5" action="ppaction://hlinksldjump"/>
              </a:rPr>
              <a:t>5</a:t>
            </a:r>
            <a:r>
              <a:rPr lang="bg-BG" sz="2800" dirty="0">
                <a:solidFill>
                  <a:srgbClr val="009090"/>
                </a:solidFill>
                <a:latin typeface="Aptos Slab SemiBold" panose="020B0004020202020204" pitchFamily="34" charset="0"/>
                <a:hlinkClick r:id="rId5" action="ppaction://hlinksldjump"/>
              </a:rPr>
              <a:t>.Примерни демонстрации</a:t>
            </a:r>
            <a:endParaRPr lang="bg-BG" sz="2800" dirty="0">
              <a:solidFill>
                <a:srgbClr val="009090"/>
              </a:solidFill>
              <a:latin typeface="Aptos Slab SemiBold" panose="020B0004020202020204" pitchFamily="34" charset="0"/>
            </a:endParaRP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9F224198-BA96-40F6-1694-F1C0D2A9A512}"/>
              </a:ext>
            </a:extLst>
          </p:cNvPr>
          <p:cNvSpPr txBox="1"/>
          <p:nvPr/>
        </p:nvSpPr>
        <p:spPr>
          <a:xfrm>
            <a:off x="1122920" y="4580627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>
                <a:solidFill>
                  <a:srgbClr val="009090"/>
                </a:solidFill>
                <a:latin typeface="Aptos Slab SemiBold" panose="020B0004020202020204" pitchFamily="34" charset="0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6.Обработка на изключения</a:t>
            </a:r>
            <a:endParaRPr lang="bg-BG" sz="2800" dirty="0">
              <a:solidFill>
                <a:srgbClr val="009090"/>
              </a:solidFill>
              <a:latin typeface="Aptos Slab SemiBold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9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лавие 12"/>
          <p:cNvSpPr>
            <a:spLocks noGrp="1"/>
          </p:cNvSpPr>
          <p:nvPr>
            <p:ph type="title"/>
          </p:nvPr>
        </p:nvSpPr>
        <p:spPr>
          <a:xfrm>
            <a:off x="1269875" y="1420207"/>
            <a:ext cx="10360501" cy="1223963"/>
          </a:xfrm>
        </p:spPr>
        <p:txBody>
          <a:bodyPr rtlCol="0">
            <a:normAutofit/>
          </a:bodyPr>
          <a:lstStyle/>
          <a:p>
            <a:pPr rtl="0"/>
            <a:r>
              <a:rPr lang="bg-BG" sz="6000" b="1" dirty="0">
                <a:latin typeface="Alasassy Caps" pitchFamily="2" charset="0"/>
              </a:rPr>
              <a:t>Цел на проекта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968926-68FB-93DB-7311-313DABCDCF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8835" y="2644170"/>
            <a:ext cx="1060258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bg-BG" altLang="bg-BG" sz="3200" dirty="0">
                <a:solidFill>
                  <a:srgbClr val="009090"/>
                </a:solidFill>
                <a:latin typeface="Aptos Slab SemiBold" panose="020B0004020202020204" pitchFamily="34" charset="0"/>
              </a:rPr>
              <a:t>Създаване на система за у</a:t>
            </a:r>
            <a:r>
              <a:rPr kumimoji="0" lang="bg-BG" altLang="bg-BG" sz="3200" b="0" i="0" u="none" strike="noStrike" cap="none" normalizeH="0" baseline="0" dirty="0">
                <a:ln>
                  <a:noFill/>
                </a:ln>
                <a:solidFill>
                  <a:srgbClr val="009090"/>
                </a:solidFill>
                <a:effectLst/>
                <a:latin typeface="Aptos Slab SemiBold" panose="020B0004020202020204" pitchFamily="34" charset="0"/>
              </a:rPr>
              <a:t>правление на библиотека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200" b="0" i="0" u="none" strike="noStrike" cap="none" normalizeH="0" baseline="0" dirty="0">
                <a:ln>
                  <a:noFill/>
                </a:ln>
                <a:solidFill>
                  <a:srgbClr val="009090"/>
                </a:solidFill>
                <a:effectLst/>
                <a:latin typeface="Aptos Slab SemiBold" panose="020B0004020202020204" pitchFamily="34" charset="0"/>
              </a:rPr>
              <a:t>Използване на ООП принципи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200" b="0" i="0" u="none" strike="noStrike" cap="none" normalizeH="0" baseline="0" dirty="0">
                <a:ln>
                  <a:noFill/>
                </a:ln>
                <a:solidFill>
                  <a:srgbClr val="009090"/>
                </a:solidFill>
                <a:effectLst/>
                <a:latin typeface="Aptos Slab SemiBold" panose="020B0004020202020204" pitchFamily="34" charset="0"/>
              </a:rPr>
              <a:t>Работа с изключения</a:t>
            </a:r>
          </a:p>
        </p:txBody>
      </p:sp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C8CEF4CD-BCB5-0E41-3B2A-1CBD6A5F2F79}"/>
              </a:ext>
            </a:extLst>
          </p:cNvPr>
          <p:cNvSpPr txBox="1"/>
          <p:nvPr/>
        </p:nvSpPr>
        <p:spPr>
          <a:xfrm>
            <a:off x="10982304" y="6379283"/>
            <a:ext cx="1206521" cy="46166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bg-BG" dirty="0">
                <a:hlinkClick r:id="rId3" action="ppaction://hlinksldjump"/>
              </a:rPr>
              <a:t>Начало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D6F021C8-DE42-3908-DD9A-2811A96FB6EB}"/>
              </a:ext>
            </a:extLst>
          </p:cNvPr>
          <p:cNvSpPr txBox="1"/>
          <p:nvPr/>
        </p:nvSpPr>
        <p:spPr>
          <a:xfrm>
            <a:off x="1307391" y="831554"/>
            <a:ext cx="806489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dirty="0">
                <a:latin typeface="Alasassy Caps" pitchFamily="2" charset="0"/>
              </a:rPr>
              <a:t>Структура на проекта</a:t>
            </a:r>
          </a:p>
          <a:p>
            <a:endParaRPr lang="en-US" sz="6000" b="1" dirty="0">
              <a:latin typeface="Aptos Slab SemiBold" panose="020B0004020202020204" pitchFamily="34" charset="0"/>
            </a:endParaRPr>
          </a:p>
          <a:p>
            <a:r>
              <a:rPr lang="ru-RU" sz="3600" b="1" dirty="0">
                <a:solidFill>
                  <a:srgbClr val="009090"/>
                </a:solidFill>
                <a:latin typeface="Aptos Slab SemiBold" panose="020B0004020202020204" pitchFamily="34" charset="0"/>
              </a:rPr>
              <a:t>Класове:                             </a:t>
            </a:r>
          </a:p>
          <a:p>
            <a:r>
              <a:rPr lang="ru-RU" sz="3600" dirty="0">
                <a:solidFill>
                  <a:srgbClr val="009090"/>
                </a:solidFill>
                <a:latin typeface="Aptos Slab SemiBold" panose="020B0004020202020204" pitchFamily="34" charset="0"/>
              </a:rPr>
              <a:t>User (абстрактен)</a:t>
            </a:r>
          </a:p>
          <a:p>
            <a:r>
              <a:rPr lang="ru-RU" sz="3600" dirty="0">
                <a:solidFill>
                  <a:srgbClr val="009090"/>
                </a:solidFill>
                <a:latin typeface="Aptos Slab SemiBold" panose="020B0004020202020204" pitchFamily="34" charset="0"/>
              </a:rPr>
              <a:t>Student</a:t>
            </a:r>
          </a:p>
          <a:p>
            <a:r>
              <a:rPr lang="ru-RU" sz="3600" dirty="0">
                <a:solidFill>
                  <a:srgbClr val="009090"/>
                </a:solidFill>
                <a:latin typeface="Aptos Slab SemiBold" panose="020B0004020202020204" pitchFamily="34" charset="0"/>
              </a:rPr>
              <a:t>Librar</a:t>
            </a:r>
            <a:r>
              <a:rPr lang="en-US" sz="3600" dirty="0">
                <a:solidFill>
                  <a:srgbClr val="009090"/>
                </a:solidFill>
                <a:latin typeface="Aptos Slab SemiBold" panose="020B0004020202020204" pitchFamily="34" charset="0"/>
              </a:rPr>
              <a:t>ian</a:t>
            </a:r>
            <a:endParaRPr lang="ru-RU" sz="3600" dirty="0">
              <a:solidFill>
                <a:srgbClr val="009090"/>
              </a:solidFill>
              <a:latin typeface="Aptos Slab SemiBold" panose="020B0004020202020204" pitchFamily="34" charset="0"/>
            </a:endParaRPr>
          </a:p>
          <a:p>
            <a:r>
              <a:rPr lang="ru-RU" sz="3600" dirty="0">
                <a:solidFill>
                  <a:srgbClr val="009090"/>
                </a:solidFill>
                <a:latin typeface="Aptos Slab SemiBold" panose="020B0004020202020204" pitchFamily="34" charset="0"/>
              </a:rPr>
              <a:t>Library</a:t>
            </a:r>
          </a:p>
          <a:p>
            <a:r>
              <a:rPr lang="en-US" sz="3600" dirty="0">
                <a:solidFill>
                  <a:srgbClr val="009090"/>
                </a:solidFill>
                <a:latin typeface="Aptos Slab SemiBold" panose="020B0004020202020204" pitchFamily="34" charset="0"/>
              </a:rPr>
              <a:t>Program</a:t>
            </a:r>
            <a:endParaRPr lang="bg-BG" sz="3600" dirty="0">
              <a:solidFill>
                <a:srgbClr val="009090"/>
              </a:solidFill>
              <a:latin typeface="Aptos Slab SemiBold" panose="020B0004020202020204" pitchFamily="34" charset="0"/>
            </a:endParaRPr>
          </a:p>
        </p:txBody>
      </p:sp>
      <p:pic>
        <p:nvPicPr>
          <p:cNvPr id="4" name="Картина 3" descr="Картина, която съдържа текст, екранна снимка, Шрифт, софтуер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B487B09F-0C0F-AB8E-3A71-639B0965D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460" y="2692354"/>
            <a:ext cx="4067922" cy="33136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id="{39FE01B5-FE26-513E-F992-C99755C9051F}"/>
              </a:ext>
            </a:extLst>
          </p:cNvPr>
          <p:cNvSpPr txBox="1"/>
          <p:nvPr/>
        </p:nvSpPr>
        <p:spPr>
          <a:xfrm>
            <a:off x="11063479" y="6377013"/>
            <a:ext cx="1127891" cy="46166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bg-BG" sz="2400" dirty="0">
                <a:solidFill>
                  <a:srgbClr val="009090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Начало</a:t>
            </a:r>
            <a:endParaRPr lang="bg-BG" sz="2400" dirty="0">
              <a:solidFill>
                <a:srgbClr val="009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362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799F3E1B-C937-0177-BD45-692D5FC4A57B}"/>
              </a:ext>
            </a:extLst>
          </p:cNvPr>
          <p:cNvSpPr txBox="1"/>
          <p:nvPr/>
        </p:nvSpPr>
        <p:spPr>
          <a:xfrm>
            <a:off x="6598468" y="3140968"/>
            <a:ext cx="61072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400" b="0" i="0" u="none" strike="noStrike" cap="none" normalizeH="0" baseline="0" dirty="0">
                <a:ln>
                  <a:noFill/>
                </a:ln>
                <a:solidFill>
                  <a:srgbClr val="009090"/>
                </a:solidFill>
                <a:effectLst/>
                <a:latin typeface="Aptos Slab SemiBold" panose="020B0004020202020204" pitchFamily="34" charset="0"/>
              </a:rPr>
              <a:t>Добавяне на книги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400" b="0" i="0" u="none" strike="noStrike" cap="none" normalizeH="0" baseline="0" dirty="0">
                <a:ln>
                  <a:noFill/>
                </a:ln>
                <a:solidFill>
                  <a:srgbClr val="009090"/>
                </a:solidFill>
                <a:effectLst/>
                <a:latin typeface="Aptos Slab SemiBold" panose="020B0004020202020204" pitchFamily="34" charset="0"/>
              </a:rPr>
              <a:t>Показване на налични книги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400" b="0" i="0" u="none" strike="noStrike" cap="none" normalizeH="0" baseline="0" dirty="0">
                <a:ln>
                  <a:noFill/>
                </a:ln>
                <a:solidFill>
                  <a:srgbClr val="009090"/>
                </a:solidFill>
                <a:effectLst/>
                <a:latin typeface="Aptos Slab SemiBold" panose="020B0004020202020204" pitchFamily="34" charset="0"/>
              </a:rPr>
              <a:t>Заемане на книги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400" b="0" i="0" u="none" strike="noStrike" cap="none" normalizeH="0" baseline="0" dirty="0">
                <a:ln>
                  <a:noFill/>
                </a:ln>
                <a:solidFill>
                  <a:srgbClr val="009090"/>
                </a:solidFill>
                <a:effectLst/>
                <a:latin typeface="Aptos Slab SemiBold" panose="020B0004020202020204" pitchFamily="34" charset="0"/>
              </a:rPr>
              <a:t>Връщане на книги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2400" b="0" i="0" u="none" strike="noStrike" cap="none" normalizeH="0" baseline="0" dirty="0">
                <a:ln>
                  <a:noFill/>
                </a:ln>
                <a:solidFill>
                  <a:srgbClr val="009090"/>
                </a:solidFill>
                <a:effectLst/>
                <a:latin typeface="Aptos Slab SemiBold" panose="020B0004020202020204" pitchFamily="34" charset="0"/>
              </a:rPr>
              <a:t>Обработка на грешки</a:t>
            </a:r>
          </a:p>
        </p:txBody>
      </p:sp>
      <p:sp>
        <p:nvSpPr>
          <p:cNvPr id="9" name="Текстово поле 8">
            <a:extLst>
              <a:ext uri="{FF2B5EF4-FFF2-40B4-BE49-F238E27FC236}">
                <a16:creationId xmlns:a16="http://schemas.microsoft.com/office/drawing/2014/main" id="{E019B3EE-05C4-8951-BEDC-F1CF8E1BDF48}"/>
              </a:ext>
            </a:extLst>
          </p:cNvPr>
          <p:cNvSpPr txBox="1"/>
          <p:nvPr/>
        </p:nvSpPr>
        <p:spPr>
          <a:xfrm>
            <a:off x="6598468" y="1556792"/>
            <a:ext cx="58326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6000" b="1" dirty="0">
                <a:latin typeface="Alasassy Caps" pitchFamily="2" charset="0"/>
              </a:rPr>
              <a:t>Основни функции</a:t>
            </a:r>
          </a:p>
        </p:txBody>
      </p:sp>
      <p:pic>
        <p:nvPicPr>
          <p:cNvPr id="3" name="Картина 2" descr="Картина, която съдържа текст, екранна снимка, Шрифт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FD633DA7-D19B-BF25-C704-C66F7AC26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52" y="1196752"/>
            <a:ext cx="4961050" cy="43209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3D5B864A-412E-BDE8-4CC9-F236E4FF1FCB}"/>
              </a:ext>
            </a:extLst>
          </p:cNvPr>
          <p:cNvSpPr txBox="1"/>
          <p:nvPr/>
        </p:nvSpPr>
        <p:spPr>
          <a:xfrm>
            <a:off x="10990956" y="6398128"/>
            <a:ext cx="1197869" cy="46166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bg-BG" sz="2400" dirty="0">
                <a:hlinkClick r:id="rId3" action="ppaction://hlinksldjump"/>
              </a:rPr>
              <a:t>Начало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4060759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 поле 1">
            <a:extLst>
              <a:ext uri="{FF2B5EF4-FFF2-40B4-BE49-F238E27FC236}">
                <a16:creationId xmlns:a16="http://schemas.microsoft.com/office/drawing/2014/main" id="{5B62B179-C646-A6AD-6BC6-8C2D9DFA3AEF}"/>
              </a:ext>
            </a:extLst>
          </p:cNvPr>
          <p:cNvSpPr txBox="1"/>
          <p:nvPr/>
        </p:nvSpPr>
        <p:spPr>
          <a:xfrm>
            <a:off x="3934172" y="624699"/>
            <a:ext cx="3456383" cy="52322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latin typeface="Aptos Slab SemiBold" panose="020B0004020202020204" pitchFamily="34" charset="0"/>
              </a:rPr>
              <a:t>User(abstract)class</a:t>
            </a:r>
            <a:endParaRPr lang="bg-BG" sz="2800" dirty="0">
              <a:latin typeface="Aptos Slab SemiBold" panose="020B0004020202020204" pitchFamily="34" charset="0"/>
            </a:endParaRPr>
          </a:p>
        </p:txBody>
      </p:sp>
      <p:cxnSp>
        <p:nvCxnSpPr>
          <p:cNvPr id="4" name="Право съединение 3">
            <a:extLst>
              <a:ext uri="{FF2B5EF4-FFF2-40B4-BE49-F238E27FC236}">
                <a16:creationId xmlns:a16="http://schemas.microsoft.com/office/drawing/2014/main" id="{AAD9D13A-4394-700B-9B00-6B6D8D9089E4}"/>
              </a:ext>
            </a:extLst>
          </p:cNvPr>
          <p:cNvCxnSpPr/>
          <p:nvPr/>
        </p:nvCxnSpPr>
        <p:spPr>
          <a:xfrm>
            <a:off x="5662364" y="1151166"/>
            <a:ext cx="0" cy="7920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6BA426C4-50EC-FE29-EF48-7B27789396FF}"/>
              </a:ext>
            </a:extLst>
          </p:cNvPr>
          <p:cNvSpPr txBox="1"/>
          <p:nvPr/>
        </p:nvSpPr>
        <p:spPr>
          <a:xfrm>
            <a:off x="2494012" y="2303294"/>
            <a:ext cx="1584176" cy="52322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ptos Slab SemiBold" panose="020B0004020202020204" pitchFamily="34" charset="0"/>
              </a:rPr>
              <a:t>Student</a:t>
            </a:r>
            <a:endParaRPr lang="bg-BG" sz="2800" dirty="0">
              <a:latin typeface="Aptos Slab SemiBold" panose="020B0004020202020204" pitchFamily="34" charset="0"/>
            </a:endParaRPr>
          </a:p>
        </p:txBody>
      </p:sp>
      <p:cxnSp>
        <p:nvCxnSpPr>
          <p:cNvPr id="7" name="Право съединение 6">
            <a:extLst>
              <a:ext uri="{FF2B5EF4-FFF2-40B4-BE49-F238E27FC236}">
                <a16:creationId xmlns:a16="http://schemas.microsoft.com/office/drawing/2014/main" id="{BFA26142-FB2E-8AC2-592F-AE68627C88C3}"/>
              </a:ext>
            </a:extLst>
          </p:cNvPr>
          <p:cNvCxnSpPr>
            <a:stCxn id="5" idx="0"/>
          </p:cNvCxnSpPr>
          <p:nvPr/>
        </p:nvCxnSpPr>
        <p:spPr>
          <a:xfrm flipV="1">
            <a:off x="3286100" y="1943254"/>
            <a:ext cx="0" cy="36004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аво съединение 10">
            <a:extLst>
              <a:ext uri="{FF2B5EF4-FFF2-40B4-BE49-F238E27FC236}">
                <a16:creationId xmlns:a16="http://schemas.microsoft.com/office/drawing/2014/main" id="{21087CCD-45C9-5DD1-FF94-705248EA08FC}"/>
              </a:ext>
            </a:extLst>
          </p:cNvPr>
          <p:cNvCxnSpPr/>
          <p:nvPr/>
        </p:nvCxnSpPr>
        <p:spPr>
          <a:xfrm flipH="1">
            <a:off x="3286100" y="1943254"/>
            <a:ext cx="23762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аво съединение 12">
            <a:extLst>
              <a:ext uri="{FF2B5EF4-FFF2-40B4-BE49-F238E27FC236}">
                <a16:creationId xmlns:a16="http://schemas.microsoft.com/office/drawing/2014/main" id="{CA593643-8338-5221-DBA8-A8E999CBE281}"/>
              </a:ext>
            </a:extLst>
          </p:cNvPr>
          <p:cNvCxnSpPr/>
          <p:nvPr/>
        </p:nvCxnSpPr>
        <p:spPr>
          <a:xfrm>
            <a:off x="5662364" y="1943254"/>
            <a:ext cx="23762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аво съединение 14">
            <a:extLst>
              <a:ext uri="{FF2B5EF4-FFF2-40B4-BE49-F238E27FC236}">
                <a16:creationId xmlns:a16="http://schemas.microsoft.com/office/drawing/2014/main" id="{BABE0FF0-AC23-D4B2-C258-170847D02762}"/>
              </a:ext>
            </a:extLst>
          </p:cNvPr>
          <p:cNvCxnSpPr/>
          <p:nvPr/>
        </p:nvCxnSpPr>
        <p:spPr>
          <a:xfrm>
            <a:off x="8038627" y="1943254"/>
            <a:ext cx="0" cy="50405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Текстово поле 16">
            <a:extLst>
              <a:ext uri="{FF2B5EF4-FFF2-40B4-BE49-F238E27FC236}">
                <a16:creationId xmlns:a16="http://schemas.microsoft.com/office/drawing/2014/main" id="{6FA670F1-E412-C840-96DB-AB17DD1E4B56}"/>
              </a:ext>
            </a:extLst>
          </p:cNvPr>
          <p:cNvSpPr txBox="1"/>
          <p:nvPr/>
        </p:nvSpPr>
        <p:spPr>
          <a:xfrm>
            <a:off x="6994512" y="2427282"/>
            <a:ext cx="2088229" cy="52322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ptos Slab SemiBold" panose="020B0004020202020204" pitchFamily="34" charset="0"/>
              </a:rPr>
              <a:t>Librarian</a:t>
            </a:r>
            <a:endParaRPr lang="bg-BG" sz="2800" dirty="0">
              <a:latin typeface="Aptos Slab SemiBold" panose="020B0004020202020204" pitchFamily="34" charset="0"/>
            </a:endParaRPr>
          </a:p>
        </p:txBody>
      </p:sp>
      <p:sp>
        <p:nvSpPr>
          <p:cNvPr id="18" name="Текстово поле 17">
            <a:extLst>
              <a:ext uri="{FF2B5EF4-FFF2-40B4-BE49-F238E27FC236}">
                <a16:creationId xmlns:a16="http://schemas.microsoft.com/office/drawing/2014/main" id="{B4AD0310-9B67-F18C-9552-062D053F96A2}"/>
              </a:ext>
            </a:extLst>
          </p:cNvPr>
          <p:cNvSpPr txBox="1"/>
          <p:nvPr/>
        </p:nvSpPr>
        <p:spPr>
          <a:xfrm>
            <a:off x="2638028" y="4293096"/>
            <a:ext cx="1728192" cy="52322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ptos Slab SemiBold" panose="020B0004020202020204" pitchFamily="34" charset="0"/>
              </a:rPr>
              <a:t>Library</a:t>
            </a:r>
            <a:endParaRPr lang="bg-BG" sz="2800" dirty="0">
              <a:latin typeface="Aptos Slab SemiBold" panose="020B0004020202020204" pitchFamily="34" charset="0"/>
            </a:endParaRPr>
          </a:p>
        </p:txBody>
      </p:sp>
      <p:sp>
        <p:nvSpPr>
          <p:cNvPr id="19" name="Текстово поле 18">
            <a:extLst>
              <a:ext uri="{FF2B5EF4-FFF2-40B4-BE49-F238E27FC236}">
                <a16:creationId xmlns:a16="http://schemas.microsoft.com/office/drawing/2014/main" id="{DB6A5A1D-991E-4A59-25F9-E2DB68E2EDD3}"/>
              </a:ext>
            </a:extLst>
          </p:cNvPr>
          <p:cNvSpPr txBox="1"/>
          <p:nvPr/>
        </p:nvSpPr>
        <p:spPr>
          <a:xfrm>
            <a:off x="7174530" y="4296033"/>
            <a:ext cx="1728192" cy="52322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latin typeface="Aptos Slab SemiBold" panose="020B0004020202020204" pitchFamily="34" charset="0"/>
              </a:rPr>
              <a:t>Program</a:t>
            </a:r>
            <a:endParaRPr lang="bg-BG" sz="2800" dirty="0">
              <a:latin typeface="Aptos Slab SemiBold" panose="020B0004020202020204" pitchFamily="34" charset="0"/>
            </a:endParaRPr>
          </a:p>
        </p:txBody>
      </p:sp>
      <p:sp>
        <p:nvSpPr>
          <p:cNvPr id="20" name="Текстово поле 19">
            <a:extLst>
              <a:ext uri="{FF2B5EF4-FFF2-40B4-BE49-F238E27FC236}">
                <a16:creationId xmlns:a16="http://schemas.microsoft.com/office/drawing/2014/main" id="{E34317FC-BCC7-5EA1-3F52-2598A7DD6BF7}"/>
              </a:ext>
            </a:extLst>
          </p:cNvPr>
          <p:cNvSpPr txBox="1"/>
          <p:nvPr/>
        </p:nvSpPr>
        <p:spPr>
          <a:xfrm>
            <a:off x="2440006" y="5334548"/>
            <a:ext cx="91090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6000" b="1" dirty="0">
                <a:latin typeface="Alasassy Caps" pitchFamily="2" charset="0"/>
              </a:rPr>
              <a:t>Структура на класовете</a:t>
            </a:r>
          </a:p>
        </p:txBody>
      </p:sp>
      <p:sp>
        <p:nvSpPr>
          <p:cNvPr id="22" name="Текстово поле 21">
            <a:extLst>
              <a:ext uri="{FF2B5EF4-FFF2-40B4-BE49-F238E27FC236}">
                <a16:creationId xmlns:a16="http://schemas.microsoft.com/office/drawing/2014/main" id="{A12DBCDE-9758-C62E-136C-055C275DF43F}"/>
              </a:ext>
            </a:extLst>
          </p:cNvPr>
          <p:cNvSpPr txBox="1"/>
          <p:nvPr/>
        </p:nvSpPr>
        <p:spPr>
          <a:xfrm>
            <a:off x="10916918" y="6391265"/>
            <a:ext cx="1271907" cy="46166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bg-BG" sz="2400" dirty="0">
                <a:hlinkClick r:id="rId2" action="ppaction://hlinksldjump"/>
              </a:rPr>
              <a:t>Начало</a:t>
            </a:r>
            <a:endParaRPr lang="bg-BG" sz="2400" dirty="0"/>
          </a:p>
        </p:txBody>
      </p:sp>
    </p:spTree>
    <p:extLst>
      <p:ext uri="{BB962C8B-B14F-4D97-AF65-F5344CB8AC3E}">
        <p14:creationId xmlns:p14="http://schemas.microsoft.com/office/powerpoint/2010/main" val="24370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лавие 2"/>
          <p:cNvSpPr>
            <a:spLocks noGrp="1"/>
          </p:cNvSpPr>
          <p:nvPr>
            <p:ph type="title"/>
          </p:nvPr>
        </p:nvSpPr>
        <p:spPr>
          <a:xfrm>
            <a:off x="914161" y="0"/>
            <a:ext cx="10360501" cy="1223963"/>
          </a:xfrm>
        </p:spPr>
        <p:txBody>
          <a:bodyPr rtlCol="0">
            <a:normAutofit/>
          </a:bodyPr>
          <a:lstStyle/>
          <a:p>
            <a:pPr rtl="0"/>
            <a:r>
              <a:rPr lang="bg-BG" sz="6000" b="1" dirty="0">
                <a:latin typeface="Alasassy Caps" pitchFamily="2" charset="0"/>
              </a:rPr>
              <a:t>Примерни демонстрации</a:t>
            </a:r>
          </a:p>
        </p:txBody>
      </p:sp>
      <p:pic>
        <p:nvPicPr>
          <p:cNvPr id="5" name="Картина 4" descr="Картина, която съдържа текст, екранна снимка, Шрифт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AEF06E2F-2B2F-152D-59C3-10A7995F2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8" y="1706731"/>
            <a:ext cx="4740051" cy="1722269"/>
          </a:xfrm>
          <a:prstGeom prst="rect">
            <a:avLst/>
          </a:prstGeom>
        </p:spPr>
      </p:pic>
      <p:pic>
        <p:nvPicPr>
          <p:cNvPr id="7" name="Картина 6" descr="Картина, която съдържа текст, екранна снимка, Шрифт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CA201E7A-18DB-64C6-51A4-47074C09C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452" y="1374941"/>
            <a:ext cx="5387807" cy="1844200"/>
          </a:xfrm>
          <a:prstGeom prst="rect">
            <a:avLst/>
          </a:prstGeom>
        </p:spPr>
      </p:pic>
      <p:pic>
        <p:nvPicPr>
          <p:cNvPr id="9" name="Картина 8" descr="Картина, която съдържа текст, Шрифт, екранна снимка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9AFC5E80-BD40-F1F7-1C55-2F8B6773D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9916" y="3946715"/>
            <a:ext cx="3240141" cy="2127185"/>
          </a:xfrm>
          <a:prstGeom prst="rect">
            <a:avLst/>
          </a:prstGeom>
        </p:spPr>
      </p:pic>
      <p:pic>
        <p:nvPicPr>
          <p:cNvPr id="11" name="Картина 10" descr="Картина, която съдържа текст, Шрифт, екранна снимка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7FD0F653-8F02-B925-A832-022CFE65D0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4616" y="4172036"/>
            <a:ext cx="4534293" cy="1676545"/>
          </a:xfrm>
          <a:prstGeom prst="rect">
            <a:avLst/>
          </a:prstGeom>
        </p:spPr>
      </p:pic>
      <p:sp>
        <p:nvSpPr>
          <p:cNvPr id="13" name="Текстово поле 12">
            <a:extLst>
              <a:ext uri="{FF2B5EF4-FFF2-40B4-BE49-F238E27FC236}">
                <a16:creationId xmlns:a16="http://schemas.microsoft.com/office/drawing/2014/main" id="{6D6B2015-07FA-C51E-8040-C09F390AA285}"/>
              </a:ext>
            </a:extLst>
          </p:cNvPr>
          <p:cNvSpPr txBox="1"/>
          <p:nvPr/>
        </p:nvSpPr>
        <p:spPr>
          <a:xfrm>
            <a:off x="10916918" y="6396335"/>
            <a:ext cx="1271907" cy="46166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bg-BG" sz="2400" dirty="0">
                <a:solidFill>
                  <a:srgbClr val="009090"/>
                </a:solidFill>
                <a:latin typeface="Aptos Slab SemiBold" panose="020B0004020202020204" pitchFamily="34" charset="0"/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Начало</a:t>
            </a:r>
            <a:endParaRPr lang="bg-BG" sz="2400" dirty="0">
              <a:solidFill>
                <a:srgbClr val="009090"/>
              </a:solidFill>
              <a:latin typeface="Aptos Slab SemiBold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5BD0B1C3-EF1D-0768-9710-0931ECE3DBD5}"/>
              </a:ext>
            </a:extLst>
          </p:cNvPr>
          <p:cNvSpPr txBox="1"/>
          <p:nvPr/>
        </p:nvSpPr>
        <p:spPr>
          <a:xfrm>
            <a:off x="1485900" y="1163360"/>
            <a:ext cx="7056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6000" b="1" dirty="0">
                <a:latin typeface="Alasassy Caps" pitchFamily="2" charset="0"/>
              </a:rPr>
              <a:t>Обработка на изключения</a:t>
            </a: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72A44007-CA47-C966-6A58-24047153C70A}"/>
              </a:ext>
            </a:extLst>
          </p:cNvPr>
          <p:cNvSpPr txBox="1"/>
          <p:nvPr/>
        </p:nvSpPr>
        <p:spPr>
          <a:xfrm>
            <a:off x="1701924" y="3402805"/>
            <a:ext cx="38164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800" dirty="0">
                <a:solidFill>
                  <a:srgbClr val="009090"/>
                </a:solidFill>
                <a:latin typeface="Aptos Slab SemiBold" panose="020B0004020202020204" pitchFamily="34" charset="0"/>
              </a:rPr>
              <a:t>Ако книгата е налична ще ми изведе втория </a:t>
            </a:r>
            <a:r>
              <a:rPr lang="en-US" sz="2800" dirty="0">
                <a:solidFill>
                  <a:srgbClr val="009090"/>
                </a:solidFill>
                <a:latin typeface="Aptos Slab SemiBold" panose="020B0004020202020204" pitchFamily="34" charset="0"/>
              </a:rPr>
              <a:t>Exception,</a:t>
            </a:r>
            <a:r>
              <a:rPr lang="bg-BG" sz="2800" dirty="0">
                <a:solidFill>
                  <a:srgbClr val="009090"/>
                </a:solidFill>
                <a:latin typeface="Aptos Slab SemiBold" panose="020B0004020202020204" pitchFamily="34" charset="0"/>
              </a:rPr>
              <a:t> а ако не е ще изведе първия</a:t>
            </a:r>
            <a:r>
              <a:rPr lang="en-US" sz="2800" dirty="0">
                <a:solidFill>
                  <a:srgbClr val="009090"/>
                </a:solidFill>
                <a:latin typeface="Aptos Slab SemiBold" panose="020B0004020202020204" pitchFamily="34" charset="0"/>
              </a:rPr>
              <a:t> </a:t>
            </a:r>
            <a:endParaRPr lang="bg-BG" sz="2800" dirty="0">
              <a:solidFill>
                <a:srgbClr val="009090"/>
              </a:solidFill>
              <a:latin typeface="Aptos Slab SemiBold" panose="020B0004020202020204" pitchFamily="34" charset="0"/>
            </a:endParaRPr>
          </a:p>
        </p:txBody>
      </p:sp>
      <p:pic>
        <p:nvPicPr>
          <p:cNvPr id="6" name="Картина 5" descr="Картина, която съдържа текст, екранна снимка, Шрифт, софтуер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3CC74D5E-7AF0-D6AB-25D5-D1393CD6F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380" y="1299489"/>
            <a:ext cx="5931823" cy="4206631"/>
          </a:xfrm>
          <a:prstGeom prst="rect">
            <a:avLst/>
          </a:prstGeom>
        </p:spPr>
      </p:pic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id="{7DBB72C5-C2D2-4A42-BA93-2BBC79735AB3}"/>
              </a:ext>
            </a:extLst>
          </p:cNvPr>
          <p:cNvSpPr txBox="1"/>
          <p:nvPr/>
        </p:nvSpPr>
        <p:spPr>
          <a:xfrm>
            <a:off x="10918948" y="6367183"/>
            <a:ext cx="1269877" cy="46166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bg-BG" dirty="0">
                <a:solidFill>
                  <a:srgbClr val="009090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Начало</a:t>
            </a:r>
            <a:endParaRPr lang="bg-BG" dirty="0">
              <a:solidFill>
                <a:srgbClr val="009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69D39BD-9737-AC39-A064-981071CA1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212" y="4797152"/>
            <a:ext cx="10360501" cy="1223963"/>
          </a:xfrm>
        </p:spPr>
        <p:txBody>
          <a:bodyPr>
            <a:normAutofit/>
          </a:bodyPr>
          <a:lstStyle/>
          <a:p>
            <a:r>
              <a:rPr lang="bg-BG" sz="6000" b="1" dirty="0">
                <a:latin typeface="Alasassy Caps" pitchFamily="2" charset="0"/>
              </a:rPr>
              <a:t>Благодаря за вниманието!</a:t>
            </a:r>
          </a:p>
        </p:txBody>
      </p:sp>
    </p:spTree>
    <p:extLst>
      <p:ext uri="{BB962C8B-B14F-4D97-AF65-F5344CB8AC3E}">
        <p14:creationId xmlns:p14="http://schemas.microsoft.com/office/powerpoint/2010/main" val="3728856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хнически стил 16: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17_TF02787990_TF02787990" id="{14B49599-0BD7-4C41-B4B9-32F382497A6E}" vid="{A900E4F9-EA95-41B6-92EE-475FEDF036AF}"/>
    </a:ext>
  </a:extLst>
</a:theme>
</file>

<file path=ppt/theme/theme2.xml><?xml version="1.0" encoding="utf-8"?>
<a:theme xmlns:a="http://schemas.openxmlformats.org/drawingml/2006/main" name="Тема на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на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40E23EAD8ED047A7884134C398CCA8" ma:contentTypeVersion="6" ma:contentTypeDescription="Create a new document." ma:contentTypeScope="" ma:versionID="c44fb27dcfc9d2ed174e85dcf4ad8924">
  <xsd:schema xmlns:xsd="http://www.w3.org/2001/XMLSchema" xmlns:xs="http://www.w3.org/2001/XMLSchema" xmlns:p="http://schemas.microsoft.com/office/2006/metadata/properties" xmlns:ns3="b727253a-1e94-4c84-9052-b41d244170d7" targetNamespace="http://schemas.microsoft.com/office/2006/metadata/properties" ma:root="true" ma:fieldsID="52ea8ae7eafcc39befad5e2bfe3053ae" ns3:_="">
    <xsd:import namespace="b727253a-1e94-4c84-9052-b41d244170d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7253a-1e94-4c84-9052-b41d244170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727253a-1e94-4c84-9052-b41d244170d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8020C6-21F4-492C-83FD-FF1823B93F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27253a-1e94-4c84-9052-b41d244170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b727253a-1e94-4c84-9052-b41d244170d7"/>
  </ds:schemaRefs>
</ds:datastoreItem>
</file>

<file path=customXml/itemProps3.xml><?xml version="1.0" encoding="utf-8"?>
<ds:datastoreItem xmlns:ds="http://schemas.openxmlformats.org/officeDocument/2006/customXml" ds:itemID="{3D9BA44C-4C94-445C-9619-AC37DAA554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с три писти от платка (широк екран)</Template>
  <TotalTime>279</TotalTime>
  <Words>135</Words>
  <Application>Microsoft Office PowerPoint</Application>
  <PresentationFormat>По избор</PresentationFormat>
  <Paragraphs>47</Paragraphs>
  <Slides>9</Slides>
  <Notes>4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9</vt:i4>
      </vt:variant>
    </vt:vector>
  </HeadingPairs>
  <TitlesOfParts>
    <vt:vector size="14" baseType="lpstr">
      <vt:lpstr>Alasassy Caps</vt:lpstr>
      <vt:lpstr>Aptos Slab SemiBold</vt:lpstr>
      <vt:lpstr>Arial</vt:lpstr>
      <vt:lpstr>Calibri</vt:lpstr>
      <vt:lpstr>Технически стил 16:9</vt:lpstr>
      <vt:lpstr>Система за управление на библиотека</vt:lpstr>
      <vt:lpstr>Презентация на PowerPoint</vt:lpstr>
      <vt:lpstr>Цел на проекта</vt:lpstr>
      <vt:lpstr>Презентация на PowerPoint</vt:lpstr>
      <vt:lpstr>Презентация на PowerPoint</vt:lpstr>
      <vt:lpstr>Презентация на PowerPoint</vt:lpstr>
      <vt:lpstr>Примерни демонстрации</vt:lpstr>
      <vt:lpstr>Презентация на PowerPoint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Виктория Г. Господинова</dc:creator>
  <cp:lastModifiedBy>Виктория Г. Господинова</cp:lastModifiedBy>
  <cp:revision>2</cp:revision>
  <dcterms:created xsi:type="dcterms:W3CDTF">2026-01-12T11:17:16Z</dcterms:created>
  <dcterms:modified xsi:type="dcterms:W3CDTF">2026-01-13T09:59:11Z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0x010100B340E23EAD8ED047A7884134C398CCA8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